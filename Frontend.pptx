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8" r:id="rId4"/>
    <p:sldId id="259" r:id="rId5"/>
    <p:sldId id="266" r:id="rId6"/>
    <p:sldId id="261" r:id="rId7"/>
    <p:sldId id="268" r:id="rId8"/>
    <p:sldId id="267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E3CF0C-3F1C-461F-8532-78F2E5CC64BE}" v="2514" dt="2026-01-05T15:34:20.470"/>
    <p1510:client id="{5A6D243C-2134-1230-E261-0F6CDB19ECAD}" v="546" dt="2026-01-05T15:18:06.141"/>
    <p1510:client id="{730159BB-24F6-A4F2-AEC3-98BD8FAF6771}" v="417" dt="2026-01-05T14:42:50.844"/>
    <p1510:client id="{9D142FA3-2643-D1E4-AC39-38A6CFA4C4AF}" v="360" dt="2026-01-05T15:13:22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B2529-7774-8FAD-8AE9-55C12ABF3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40DDF0C-5821-E6C4-DC72-5EF192DC7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3EC7B1-0163-7E39-6698-2180C729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EDDA5F-61FE-A45C-A081-4ABD5CE1E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716E31-106A-134F-2CD4-4458F840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45518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B0768-DC2C-FEB7-D676-533D42D45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5EC881-25A4-B157-69F1-557FA62AA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B15564-BB43-1BD7-B3CE-2FCEE5033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E2403B-A44F-645B-7313-E7A98F7C1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D3201A-A1F3-8C52-E2E1-F8FFECE7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63835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B531B-ADE3-ED58-6945-538FCF793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F543F0-2A87-337C-F3CF-BF7BB9DF3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7A455-D50D-A52E-4E65-A3EB8566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C9C53F-1CFD-56E7-53E3-7AEEC5B89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BD0BA7-B8F6-B0C4-D582-B1A7430B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44337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A9DFAE-5261-DA59-EADD-734298A3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13D2E4-8ED5-5B23-EC09-A6846CFD7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ED140A4-4CC8-9D71-D4C4-D33945735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2DE68C-972B-C782-F2E6-5034316D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B24E89-635A-5D10-F395-53BE5E711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4D486D-75CD-EFE2-E49C-70C427BF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59922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17FA1A-2C11-0279-01B1-398CF5D4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F867C7-A89D-964A-C65B-83A927AD6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4B8FFCD-1CFB-68FB-0281-8925058EF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342B17E-12CC-3FA8-2D25-157547A41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BE1923A-22CA-F7C8-F8DF-1186FCD10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3DA061-1018-0F6A-344F-A04929685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9E8DFFB-60A7-9883-B599-2402DD9B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2BD286E-0212-4170-2929-B0544002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1205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0AF3C9-9BA4-6510-7D70-CE5EEDE3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69D6E2-B864-9DBB-4807-66664317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2DE41B-5BC7-3E7A-0D3B-DDD640E1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6BCD80-37EA-C6C9-8575-C3DD9712F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99793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ECBF9AD-2A6A-0AA2-CDF9-11F7DD0F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C2F95DB-7606-21F3-1670-01ECAC28C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3A8DCC-ADC2-F9E2-E5BD-F5141221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2018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1F301-4E53-5DA0-46C0-35379FF0E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CDC687-E58C-D739-6BFC-3DF0A5956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785152-9D68-F0C9-5B0A-7BB65D579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813017-DBB4-28A7-8A99-AD6F3FD8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328DC3-F33A-7B2B-7BEA-8D32B83DE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C39E4F-09D0-D451-97F7-980CB10D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8779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BC5B8-25E7-8F4A-A61F-CB646BA24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3F3939D-3294-CC68-D43C-7B813C809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C7EA69-CEF6-D409-13E8-3B82C007C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B4B1096-66F9-F2B1-9DC0-53B89E35E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DAFFDE-7A81-C006-2BF7-E5AB4766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3228C9-15EC-912D-A43C-3E0309E8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6592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924BB4-6E28-0DC4-921D-B00F7C7E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DB1884F-FF14-343B-CB47-67A25A6E2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990345-0CFF-ACD4-516B-103C4EB37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BC92ED-567C-7EA9-1B6A-BC1EF6E7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72A215-18FB-E3EE-B997-ACD88AE8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3088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8574F0D-84C5-A87E-89A1-288653670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9CF192-277B-566A-CBFB-9556C99D8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49290F-176E-F609-56DA-195353269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800901-29ED-C12B-C49A-52CDACE4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4FEB5E-F075-6D10-4FCC-E1B5C49E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8212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CD618DA-512B-B72B-5337-A6B4B68B3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8C325F-6C3A-5E84-C91F-5D1B2EA2A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77F5A3-FA88-EAFD-3FBE-6A130668E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E0820-6EEF-4B82-A667-2EB15CE9EA69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0F080A-878E-1132-3B1D-664EAB9E0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52BC32-5A26-84EA-9710-62F325E58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1DF68-31E1-4753-90EB-CCC6A770339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0565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F819F16C-9B39-C2DF-E38F-75AA05C0E919}"/>
              </a:ext>
            </a:extLst>
          </p:cNvPr>
          <p:cNvSpPr/>
          <p:nvPr/>
        </p:nvSpPr>
        <p:spPr>
          <a:xfrm>
            <a:off x="0" y="-3"/>
            <a:ext cx="12191999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C83D0A5-590C-0BE0-24BA-2B09F1A09AA6}"/>
              </a:ext>
            </a:extLst>
          </p:cNvPr>
          <p:cNvSpPr/>
          <p:nvPr/>
        </p:nvSpPr>
        <p:spPr>
          <a:xfrm>
            <a:off x="-1" y="-1"/>
            <a:ext cx="12192000" cy="19551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70CF0A-DBDC-AB20-4D78-80C83B38C5A8}"/>
              </a:ext>
            </a:extLst>
          </p:cNvPr>
          <p:cNvSpPr/>
          <p:nvPr/>
        </p:nvSpPr>
        <p:spPr>
          <a:xfrm>
            <a:off x="-1" y="4812631"/>
            <a:ext cx="12192000" cy="20453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B5CD18-5EAF-573C-B543-6C4E51186AB9}"/>
              </a:ext>
            </a:extLst>
          </p:cNvPr>
          <p:cNvSpPr/>
          <p:nvPr/>
        </p:nvSpPr>
        <p:spPr>
          <a:xfrm>
            <a:off x="70185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C5E464-2BA6-0A88-2473-6E2541238133}"/>
              </a:ext>
            </a:extLst>
          </p:cNvPr>
          <p:cNvSpPr/>
          <p:nvPr/>
        </p:nvSpPr>
        <p:spPr>
          <a:xfrm>
            <a:off x="671764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D1A69F-2D53-5B70-D2C9-B3D19AB9B295}"/>
              </a:ext>
            </a:extLst>
          </p:cNvPr>
          <p:cNvSpPr/>
          <p:nvPr/>
        </p:nvSpPr>
        <p:spPr>
          <a:xfrm>
            <a:off x="1253290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036772-EC0E-419D-4B61-D8711A843E71}"/>
              </a:ext>
            </a:extLst>
          </p:cNvPr>
          <p:cNvSpPr/>
          <p:nvPr/>
        </p:nvSpPr>
        <p:spPr>
          <a:xfrm>
            <a:off x="1834816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C44961-A055-A627-EAAF-2448E36BB16A}"/>
              </a:ext>
            </a:extLst>
          </p:cNvPr>
          <p:cNvSpPr/>
          <p:nvPr/>
        </p:nvSpPr>
        <p:spPr>
          <a:xfrm>
            <a:off x="2416342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9AA8C7-8F9C-8456-90D2-0633B8EEFE54}"/>
              </a:ext>
            </a:extLst>
          </p:cNvPr>
          <p:cNvSpPr/>
          <p:nvPr/>
        </p:nvSpPr>
        <p:spPr>
          <a:xfrm>
            <a:off x="2997868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3A6E1C-7B17-C933-3A20-EC1AD35945A2}"/>
              </a:ext>
            </a:extLst>
          </p:cNvPr>
          <p:cNvSpPr/>
          <p:nvPr/>
        </p:nvSpPr>
        <p:spPr>
          <a:xfrm>
            <a:off x="3579394" y="5003129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763D4C-1215-919D-642F-9175A4BE7524}"/>
              </a:ext>
            </a:extLst>
          </p:cNvPr>
          <p:cNvSpPr/>
          <p:nvPr/>
        </p:nvSpPr>
        <p:spPr>
          <a:xfrm>
            <a:off x="4160921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DEFBA8-259E-BC24-985D-8C4E934AEF35}"/>
              </a:ext>
            </a:extLst>
          </p:cNvPr>
          <p:cNvSpPr/>
          <p:nvPr/>
        </p:nvSpPr>
        <p:spPr>
          <a:xfrm>
            <a:off x="4742447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89C3FB-F4BB-28AC-67C1-8FB0BB0B0E7B}"/>
              </a:ext>
            </a:extLst>
          </p:cNvPr>
          <p:cNvSpPr/>
          <p:nvPr/>
        </p:nvSpPr>
        <p:spPr>
          <a:xfrm>
            <a:off x="5323973" y="5003129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238FE4-56FF-C61E-A32B-CF386E364FB4}"/>
              </a:ext>
            </a:extLst>
          </p:cNvPr>
          <p:cNvSpPr/>
          <p:nvPr/>
        </p:nvSpPr>
        <p:spPr>
          <a:xfrm>
            <a:off x="5925553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652981-1FAF-BE65-49DF-F624B282038A}"/>
              </a:ext>
            </a:extLst>
          </p:cNvPr>
          <p:cNvSpPr/>
          <p:nvPr/>
        </p:nvSpPr>
        <p:spPr>
          <a:xfrm>
            <a:off x="6527132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D8766C-9148-6A56-F031-CE8EBAA33943}"/>
              </a:ext>
            </a:extLst>
          </p:cNvPr>
          <p:cNvSpPr/>
          <p:nvPr/>
        </p:nvSpPr>
        <p:spPr>
          <a:xfrm>
            <a:off x="7108658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B3A9C9B-BEC3-D2C5-221D-B2F939A5457C}"/>
              </a:ext>
            </a:extLst>
          </p:cNvPr>
          <p:cNvSpPr/>
          <p:nvPr/>
        </p:nvSpPr>
        <p:spPr>
          <a:xfrm>
            <a:off x="7690184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F498BE-314F-A760-E14A-48D12FEF4815}"/>
              </a:ext>
            </a:extLst>
          </p:cNvPr>
          <p:cNvSpPr/>
          <p:nvPr/>
        </p:nvSpPr>
        <p:spPr>
          <a:xfrm>
            <a:off x="8271710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6F32BB-B4EE-D263-A00D-01B1840263A1}"/>
              </a:ext>
            </a:extLst>
          </p:cNvPr>
          <p:cNvSpPr/>
          <p:nvPr/>
        </p:nvSpPr>
        <p:spPr>
          <a:xfrm>
            <a:off x="8853236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9157CB5-884E-1048-370E-BB3531025CB0}"/>
              </a:ext>
            </a:extLst>
          </p:cNvPr>
          <p:cNvSpPr/>
          <p:nvPr/>
        </p:nvSpPr>
        <p:spPr>
          <a:xfrm>
            <a:off x="9434762" y="5003129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989C27-6CB9-4A5D-6B3C-C985613FBC87}"/>
              </a:ext>
            </a:extLst>
          </p:cNvPr>
          <p:cNvSpPr/>
          <p:nvPr/>
        </p:nvSpPr>
        <p:spPr>
          <a:xfrm>
            <a:off x="10016289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447E4E-F0B5-7F2B-06D2-585943189405}"/>
              </a:ext>
            </a:extLst>
          </p:cNvPr>
          <p:cNvSpPr/>
          <p:nvPr/>
        </p:nvSpPr>
        <p:spPr>
          <a:xfrm>
            <a:off x="10597815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1293256-C966-2D45-47C9-5A44AEB21BCE}"/>
              </a:ext>
            </a:extLst>
          </p:cNvPr>
          <p:cNvSpPr/>
          <p:nvPr/>
        </p:nvSpPr>
        <p:spPr>
          <a:xfrm>
            <a:off x="11179341" y="5003129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9AE09D0-E277-6979-FC5D-7F5A40D63ABB}"/>
              </a:ext>
            </a:extLst>
          </p:cNvPr>
          <p:cNvSpPr/>
          <p:nvPr/>
        </p:nvSpPr>
        <p:spPr>
          <a:xfrm>
            <a:off x="11760869" y="5003130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C657FF9-E813-E2C9-D371-8C1C2353DFD1}"/>
              </a:ext>
            </a:extLst>
          </p:cNvPr>
          <p:cNvSpPr/>
          <p:nvPr/>
        </p:nvSpPr>
        <p:spPr>
          <a:xfrm>
            <a:off x="90237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4917B88-9B1B-F670-A82F-FBD808D1DA42}"/>
              </a:ext>
            </a:extLst>
          </p:cNvPr>
          <p:cNvSpPr/>
          <p:nvPr/>
        </p:nvSpPr>
        <p:spPr>
          <a:xfrm>
            <a:off x="691816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6508E81-4E91-967D-927F-E55F082FA558}"/>
              </a:ext>
            </a:extLst>
          </p:cNvPr>
          <p:cNvSpPr/>
          <p:nvPr/>
        </p:nvSpPr>
        <p:spPr>
          <a:xfrm>
            <a:off x="1273342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9B57E9-A079-73C8-F656-9E15FA9D1E19}"/>
              </a:ext>
            </a:extLst>
          </p:cNvPr>
          <p:cNvSpPr/>
          <p:nvPr/>
        </p:nvSpPr>
        <p:spPr>
          <a:xfrm>
            <a:off x="1854868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F1631AB-D2D5-4753-1997-A4B20B590F47}"/>
              </a:ext>
            </a:extLst>
          </p:cNvPr>
          <p:cNvSpPr/>
          <p:nvPr/>
        </p:nvSpPr>
        <p:spPr>
          <a:xfrm>
            <a:off x="2436394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967ED7-89B4-25F7-0F06-42E1FBEBA941}"/>
              </a:ext>
            </a:extLst>
          </p:cNvPr>
          <p:cNvSpPr/>
          <p:nvPr/>
        </p:nvSpPr>
        <p:spPr>
          <a:xfrm>
            <a:off x="3017920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EAA78B-9752-6AB6-F86B-35384617CE4B}"/>
              </a:ext>
            </a:extLst>
          </p:cNvPr>
          <p:cNvSpPr/>
          <p:nvPr/>
        </p:nvSpPr>
        <p:spPr>
          <a:xfrm>
            <a:off x="3599446" y="1443786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0D207E1-E83D-7D21-C893-D51374C142A1}"/>
              </a:ext>
            </a:extLst>
          </p:cNvPr>
          <p:cNvSpPr/>
          <p:nvPr/>
        </p:nvSpPr>
        <p:spPr>
          <a:xfrm>
            <a:off x="4180973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143B597-5F3B-4399-65E7-92DDA888AE58}"/>
              </a:ext>
            </a:extLst>
          </p:cNvPr>
          <p:cNvSpPr/>
          <p:nvPr/>
        </p:nvSpPr>
        <p:spPr>
          <a:xfrm>
            <a:off x="4762499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FB19B2-2308-D5CE-4BD3-9EEE575845AB}"/>
              </a:ext>
            </a:extLst>
          </p:cNvPr>
          <p:cNvSpPr/>
          <p:nvPr/>
        </p:nvSpPr>
        <p:spPr>
          <a:xfrm>
            <a:off x="5344025" y="1443786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9D487A8-F729-C482-78FD-28C650E3EC80}"/>
              </a:ext>
            </a:extLst>
          </p:cNvPr>
          <p:cNvSpPr/>
          <p:nvPr/>
        </p:nvSpPr>
        <p:spPr>
          <a:xfrm>
            <a:off x="5945605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D2701A-3850-5405-741F-302B75515195}"/>
              </a:ext>
            </a:extLst>
          </p:cNvPr>
          <p:cNvSpPr/>
          <p:nvPr/>
        </p:nvSpPr>
        <p:spPr>
          <a:xfrm>
            <a:off x="6547184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FD877F3-D69C-15B6-3B24-ECB7E5127C79}"/>
              </a:ext>
            </a:extLst>
          </p:cNvPr>
          <p:cNvSpPr/>
          <p:nvPr/>
        </p:nvSpPr>
        <p:spPr>
          <a:xfrm>
            <a:off x="7128710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5CCB57D-62DD-5EDB-6289-EC8A1A18C9FF}"/>
              </a:ext>
            </a:extLst>
          </p:cNvPr>
          <p:cNvSpPr/>
          <p:nvPr/>
        </p:nvSpPr>
        <p:spPr>
          <a:xfrm>
            <a:off x="7710236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1A9A055-40AA-0AF3-67B5-3764B4BA59BE}"/>
              </a:ext>
            </a:extLst>
          </p:cNvPr>
          <p:cNvSpPr/>
          <p:nvPr/>
        </p:nvSpPr>
        <p:spPr>
          <a:xfrm>
            <a:off x="8291762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81C792E-0490-968E-4B29-0B2163ACC269}"/>
              </a:ext>
            </a:extLst>
          </p:cNvPr>
          <p:cNvSpPr/>
          <p:nvPr/>
        </p:nvSpPr>
        <p:spPr>
          <a:xfrm>
            <a:off x="8873288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461FD9-4DD0-E1B3-EB99-C07A465494C6}"/>
              </a:ext>
            </a:extLst>
          </p:cNvPr>
          <p:cNvSpPr/>
          <p:nvPr/>
        </p:nvSpPr>
        <p:spPr>
          <a:xfrm>
            <a:off x="9454814" y="1443786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9DD429B-B71A-7CA5-C3E8-974F78B53AB5}"/>
              </a:ext>
            </a:extLst>
          </p:cNvPr>
          <p:cNvSpPr/>
          <p:nvPr/>
        </p:nvSpPr>
        <p:spPr>
          <a:xfrm>
            <a:off x="10036341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7D61BF6-B05D-D562-2D75-BED024670ADF}"/>
              </a:ext>
            </a:extLst>
          </p:cNvPr>
          <p:cNvSpPr/>
          <p:nvPr/>
        </p:nvSpPr>
        <p:spPr>
          <a:xfrm>
            <a:off x="10617867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9B5E06D-57A4-DB52-C053-15E44A89749E}"/>
              </a:ext>
            </a:extLst>
          </p:cNvPr>
          <p:cNvSpPr/>
          <p:nvPr/>
        </p:nvSpPr>
        <p:spPr>
          <a:xfrm>
            <a:off x="11199393" y="1443786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B50B0D0-DC4C-9ACD-063A-AFAB236AAD26}"/>
              </a:ext>
            </a:extLst>
          </p:cNvPr>
          <p:cNvSpPr/>
          <p:nvPr/>
        </p:nvSpPr>
        <p:spPr>
          <a:xfrm>
            <a:off x="11780921" y="144378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95A37C-9118-ED50-9BA2-098BC75B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042" y="194678"/>
            <a:ext cx="9803732" cy="1135063"/>
          </a:xfrm>
        </p:spPr>
        <p:txBody>
          <a:bodyPr/>
          <a:lstStyle/>
          <a:p>
            <a:r>
              <a:rPr lang="fr-CH" sz="4800">
                <a:solidFill>
                  <a:srgbClr val="FFFFFF"/>
                </a:solidFill>
              </a:rPr>
              <a:t>Projet Front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BC69B5-8381-B160-A5D2-0CF4E4309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5595" y="6046704"/>
            <a:ext cx="4489785" cy="41099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fr-CH" sz="2400">
                <a:solidFill>
                  <a:srgbClr val="FFFFFF"/>
                </a:solidFill>
              </a:rPr>
              <a:t>Anthony, Gaëtan &amp; Imad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9038821"/>
      </p:ext>
    </p:extLst>
  </p:cSld>
  <p:clrMapOvr>
    <a:masterClrMapping/>
  </p:clrMapOvr>
  <p:transition spd="med" advClick="0" advTm="3000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96C2451-233E-F3B7-4412-2FB4FBD85FB0}"/>
              </a:ext>
            </a:extLst>
          </p:cNvPr>
          <p:cNvSpPr/>
          <p:nvPr/>
        </p:nvSpPr>
        <p:spPr>
          <a:xfrm>
            <a:off x="1674394" y="-10029"/>
            <a:ext cx="10517605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32E16F-1C12-E8BB-4BA2-5F56E2333337}"/>
              </a:ext>
            </a:extLst>
          </p:cNvPr>
          <p:cNvSpPr/>
          <p:nvPr/>
        </p:nvSpPr>
        <p:spPr>
          <a:xfrm>
            <a:off x="-1" y="-1"/>
            <a:ext cx="3048001" cy="6857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1EE948-4252-594C-11B0-79255B04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31180" y="1974349"/>
            <a:ext cx="4259179" cy="243848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fr-FR" sz="7200">
                <a:solidFill>
                  <a:schemeClr val="bg1"/>
                </a:solidFill>
              </a:rPr>
              <a:t>Sommaire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EE29BF-65B9-1C3F-FFF7-E1B50326D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96227" y="1494757"/>
            <a:ext cx="6625389" cy="43613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>
                <a:solidFill>
                  <a:schemeClr val="bg1"/>
                </a:solidFill>
              </a:rPr>
              <a:t>Page d'Accueil</a:t>
            </a:r>
          </a:p>
          <a:p>
            <a:endParaRPr lang="fr-FR">
              <a:solidFill>
                <a:schemeClr val="bg1"/>
              </a:solidFill>
            </a:endParaRPr>
          </a:p>
          <a:p>
            <a:r>
              <a:rPr lang="fr-FR">
                <a:solidFill>
                  <a:schemeClr val="bg1"/>
                </a:solidFill>
              </a:rPr>
              <a:t>Page de Filtres et Tris</a:t>
            </a:r>
          </a:p>
          <a:p>
            <a:endParaRPr lang="fr-FR">
              <a:solidFill>
                <a:schemeClr val="bg1"/>
              </a:solidFill>
            </a:endParaRPr>
          </a:p>
          <a:p>
            <a:r>
              <a:rPr lang="fr-FR">
                <a:solidFill>
                  <a:schemeClr val="bg1"/>
                </a:solidFill>
              </a:rPr>
              <a:t>Pagination</a:t>
            </a:r>
          </a:p>
          <a:p>
            <a:endParaRPr lang="fr-FR">
              <a:solidFill>
                <a:schemeClr val="bg1"/>
              </a:solidFill>
            </a:endParaRPr>
          </a:p>
          <a:p>
            <a:r>
              <a:rPr lang="fr-FR">
                <a:solidFill>
                  <a:schemeClr val="bg1"/>
                </a:solidFill>
              </a:rPr>
              <a:t>Vue détaillé d'un film</a:t>
            </a:r>
          </a:p>
          <a:p>
            <a:endParaRPr lang="fr-FR">
              <a:solidFill>
                <a:schemeClr val="bg1"/>
              </a:solidFill>
            </a:endParaRPr>
          </a:p>
          <a:p>
            <a:r>
              <a:rPr lang="fr-FR">
                <a:solidFill>
                  <a:schemeClr val="bg1"/>
                </a:solidFill>
              </a:rPr>
              <a:t>Page de Favoris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F718D7-3F00-68B0-40F4-75594296FA79}"/>
              </a:ext>
            </a:extLst>
          </p:cNvPr>
          <p:cNvSpPr/>
          <p:nvPr/>
        </p:nvSpPr>
        <p:spPr>
          <a:xfrm>
            <a:off x="2566738" y="-10028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D2C592-E8A3-2873-0343-B6EA520CDF9E}"/>
              </a:ext>
            </a:extLst>
          </p:cNvPr>
          <p:cNvSpPr/>
          <p:nvPr/>
        </p:nvSpPr>
        <p:spPr>
          <a:xfrm>
            <a:off x="2566738" y="52136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D3A90C-579E-E3AB-2E78-57658160C7B2}"/>
              </a:ext>
            </a:extLst>
          </p:cNvPr>
          <p:cNvSpPr/>
          <p:nvPr/>
        </p:nvSpPr>
        <p:spPr>
          <a:xfrm>
            <a:off x="2566737" y="1072814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E42E07-0926-EB7E-8314-1173D1C2CBE2}"/>
              </a:ext>
            </a:extLst>
          </p:cNvPr>
          <p:cNvSpPr/>
          <p:nvPr/>
        </p:nvSpPr>
        <p:spPr>
          <a:xfrm>
            <a:off x="2566737" y="1604209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E03E0D-C5C1-0674-B1BE-5BED9F1C5957}"/>
              </a:ext>
            </a:extLst>
          </p:cNvPr>
          <p:cNvSpPr/>
          <p:nvPr/>
        </p:nvSpPr>
        <p:spPr>
          <a:xfrm>
            <a:off x="2566737" y="2135604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09A433-DBEC-E944-6363-DFFF53F724A2}"/>
              </a:ext>
            </a:extLst>
          </p:cNvPr>
          <p:cNvSpPr/>
          <p:nvPr/>
        </p:nvSpPr>
        <p:spPr>
          <a:xfrm>
            <a:off x="2566736" y="2687051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F00DA4-300C-469C-C8BA-8CC62F3969AF}"/>
              </a:ext>
            </a:extLst>
          </p:cNvPr>
          <p:cNvSpPr/>
          <p:nvPr/>
        </p:nvSpPr>
        <p:spPr>
          <a:xfrm>
            <a:off x="2566736" y="3238497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23385D-C028-593D-6393-8CF056FC3EFE}"/>
              </a:ext>
            </a:extLst>
          </p:cNvPr>
          <p:cNvSpPr/>
          <p:nvPr/>
        </p:nvSpPr>
        <p:spPr>
          <a:xfrm>
            <a:off x="2566736" y="3789944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CDA40A-E589-DD61-4B37-CC3AA41D5E38}"/>
              </a:ext>
            </a:extLst>
          </p:cNvPr>
          <p:cNvSpPr/>
          <p:nvPr/>
        </p:nvSpPr>
        <p:spPr>
          <a:xfrm>
            <a:off x="2566735" y="4341391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99F867-84A3-46B1-14FD-F1D65C947BC1}"/>
              </a:ext>
            </a:extLst>
          </p:cNvPr>
          <p:cNvSpPr/>
          <p:nvPr/>
        </p:nvSpPr>
        <p:spPr>
          <a:xfrm>
            <a:off x="2566736" y="4862759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F7ECE9-A7C9-112F-414B-ACA8ADD5D535}"/>
              </a:ext>
            </a:extLst>
          </p:cNvPr>
          <p:cNvSpPr/>
          <p:nvPr/>
        </p:nvSpPr>
        <p:spPr>
          <a:xfrm>
            <a:off x="2566735" y="5394154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255F67-86AD-2B82-BD6F-98849D3D429F}"/>
              </a:ext>
            </a:extLst>
          </p:cNvPr>
          <p:cNvSpPr/>
          <p:nvPr/>
        </p:nvSpPr>
        <p:spPr>
          <a:xfrm>
            <a:off x="2566735" y="5965654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0F3CC1-62DF-49DE-9DE2-E0884BB4573C}"/>
              </a:ext>
            </a:extLst>
          </p:cNvPr>
          <p:cNvSpPr/>
          <p:nvPr/>
        </p:nvSpPr>
        <p:spPr>
          <a:xfrm>
            <a:off x="2566734" y="6487022"/>
            <a:ext cx="340894" cy="3509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3356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5000">
        <p159:morph option="byObject"/>
      </p:transition>
    </mc:Choice>
    <mc:Fallback>
      <p:transition spd="slow" advClick="0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texte, capture d’écran, logiciel, Site web&#10;&#10;Le contenu généré par l’IA peut être incorrect.">
            <a:extLst>
              <a:ext uri="{FF2B5EF4-FFF2-40B4-BE49-F238E27FC236}">
                <a16:creationId xmlns:a16="http://schemas.microsoft.com/office/drawing/2014/main" id="{19550BC2-3227-81B6-2405-F6CC99AE7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326" y="-73883"/>
            <a:ext cx="12341326" cy="6926826"/>
          </a:xfrm>
        </p:spPr>
      </p:pic>
      <p:sp>
        <p:nvSpPr>
          <p:cNvPr id="11" name="Organigramme : Procédé 10">
            <a:extLst>
              <a:ext uri="{FF2B5EF4-FFF2-40B4-BE49-F238E27FC236}">
                <a16:creationId xmlns:a16="http://schemas.microsoft.com/office/drawing/2014/main" id="{5B59F441-7B8C-3029-CBCD-DB7D7FD563D2}"/>
              </a:ext>
            </a:extLst>
          </p:cNvPr>
          <p:cNvSpPr/>
          <p:nvPr/>
        </p:nvSpPr>
        <p:spPr>
          <a:xfrm>
            <a:off x="0" y="121740"/>
            <a:ext cx="1899138" cy="301451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C583C63-981D-63E0-E30B-51C01BC97D33}"/>
              </a:ext>
            </a:extLst>
          </p:cNvPr>
          <p:cNvSpPr txBox="1"/>
          <p:nvPr/>
        </p:nvSpPr>
        <p:spPr>
          <a:xfrm>
            <a:off x="3287328" y="594553"/>
            <a:ext cx="862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Ces boutons servent a se déplacer dans les différentes page : </a:t>
            </a:r>
            <a:r>
              <a:rPr lang="fr-CH" dirty="0" err="1">
                <a:solidFill>
                  <a:schemeClr val="bg1"/>
                </a:solidFill>
              </a:rPr>
              <a:t>Acceuil</a:t>
            </a:r>
            <a:r>
              <a:rPr lang="fr-CH" dirty="0">
                <a:solidFill>
                  <a:schemeClr val="bg1"/>
                </a:solidFill>
              </a:rPr>
              <a:t>, Films avec Recherche avancé et Favoris 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ABDF7D1F-87F5-526B-CAD6-5705E4AD93CC}"/>
              </a:ext>
            </a:extLst>
          </p:cNvPr>
          <p:cNvCxnSpPr/>
          <p:nvPr/>
        </p:nvCxnSpPr>
        <p:spPr>
          <a:xfrm flipH="1" flipV="1">
            <a:off x="2045110" y="472273"/>
            <a:ext cx="1091380" cy="1766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rganigramme : Procédé 15">
            <a:extLst>
              <a:ext uri="{FF2B5EF4-FFF2-40B4-BE49-F238E27FC236}">
                <a16:creationId xmlns:a16="http://schemas.microsoft.com/office/drawing/2014/main" id="{85D04658-0124-F153-8E0C-1CBD28153235}"/>
              </a:ext>
            </a:extLst>
          </p:cNvPr>
          <p:cNvSpPr/>
          <p:nvPr/>
        </p:nvSpPr>
        <p:spPr>
          <a:xfrm>
            <a:off x="1219200" y="1160206"/>
            <a:ext cx="9655277" cy="646331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CE6E344-3074-3E87-5A89-10E333A7ECEE}"/>
              </a:ext>
            </a:extLst>
          </p:cNvPr>
          <p:cNvSpPr txBox="1"/>
          <p:nvPr/>
        </p:nvSpPr>
        <p:spPr>
          <a:xfrm>
            <a:off x="4876800" y="98936"/>
            <a:ext cx="63123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La partie recherche  propose soit la recherche simple soit la recherche «Filtres &amp; Tri avancés», qui vous reconduira dans la page Films </a:t>
            </a:r>
          </a:p>
        </p:txBody>
      </p:sp>
      <p:sp>
        <p:nvSpPr>
          <p:cNvPr id="19" name="Organigramme : Procédé 18">
            <a:extLst>
              <a:ext uri="{FF2B5EF4-FFF2-40B4-BE49-F238E27FC236}">
                <a16:creationId xmlns:a16="http://schemas.microsoft.com/office/drawing/2014/main" id="{B55D4B36-7A29-6C4A-7B63-BCDD4EC6FBEB}"/>
              </a:ext>
            </a:extLst>
          </p:cNvPr>
          <p:cNvSpPr/>
          <p:nvPr/>
        </p:nvSpPr>
        <p:spPr>
          <a:xfrm>
            <a:off x="1219200" y="1917290"/>
            <a:ext cx="9655277" cy="4940710"/>
          </a:xfrm>
          <a:prstGeom prst="flowChartProcess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BC2579F-DDE4-676D-8474-BF04163AE42F}"/>
              </a:ext>
            </a:extLst>
          </p:cNvPr>
          <p:cNvSpPr txBox="1"/>
          <p:nvPr/>
        </p:nvSpPr>
        <p:spPr>
          <a:xfrm>
            <a:off x="3320179" y="231819"/>
            <a:ext cx="63123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Les films  de la page d’accueils peuvent être cliqué afin d’accéder à leur page détaillée avant ou après une recherche dans toutes les pages ou les films sont montrés</a:t>
            </a:r>
          </a:p>
        </p:txBody>
      </p:sp>
      <p:sp>
        <p:nvSpPr>
          <p:cNvPr id="22" name="Organigramme : Procédé 21">
            <a:extLst>
              <a:ext uri="{FF2B5EF4-FFF2-40B4-BE49-F238E27FC236}">
                <a16:creationId xmlns:a16="http://schemas.microsoft.com/office/drawing/2014/main" id="{6D700E31-844D-AA4F-3285-FFFAEB206143}"/>
              </a:ext>
            </a:extLst>
          </p:cNvPr>
          <p:cNvSpPr/>
          <p:nvPr/>
        </p:nvSpPr>
        <p:spPr>
          <a:xfrm>
            <a:off x="4011561" y="2005781"/>
            <a:ext cx="245807" cy="312033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Organigramme : Procédé 22">
            <a:extLst>
              <a:ext uri="{FF2B5EF4-FFF2-40B4-BE49-F238E27FC236}">
                <a16:creationId xmlns:a16="http://schemas.microsoft.com/office/drawing/2014/main" id="{1D0462B0-5482-B786-0CAB-BE90B598D19C}"/>
              </a:ext>
            </a:extLst>
          </p:cNvPr>
          <p:cNvSpPr/>
          <p:nvPr/>
        </p:nvSpPr>
        <p:spPr>
          <a:xfrm>
            <a:off x="7197212" y="2005781"/>
            <a:ext cx="245807" cy="312033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Organigramme : Procédé 23">
            <a:extLst>
              <a:ext uri="{FF2B5EF4-FFF2-40B4-BE49-F238E27FC236}">
                <a16:creationId xmlns:a16="http://schemas.microsoft.com/office/drawing/2014/main" id="{9FA847F1-C4BA-A6D1-EC9B-142FDADF8A13}"/>
              </a:ext>
            </a:extLst>
          </p:cNvPr>
          <p:cNvSpPr/>
          <p:nvPr/>
        </p:nvSpPr>
        <p:spPr>
          <a:xfrm>
            <a:off x="4011560" y="4478453"/>
            <a:ext cx="245807" cy="312033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5" name="Organigramme : Procédé 24">
            <a:extLst>
              <a:ext uri="{FF2B5EF4-FFF2-40B4-BE49-F238E27FC236}">
                <a16:creationId xmlns:a16="http://schemas.microsoft.com/office/drawing/2014/main" id="{DB1689A6-6B3E-3541-65A6-A2540A04D912}"/>
              </a:ext>
            </a:extLst>
          </p:cNvPr>
          <p:cNvSpPr/>
          <p:nvPr/>
        </p:nvSpPr>
        <p:spPr>
          <a:xfrm>
            <a:off x="7197211" y="4478453"/>
            <a:ext cx="245807" cy="312033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6" name="Organigramme : Procédé 25">
            <a:extLst>
              <a:ext uri="{FF2B5EF4-FFF2-40B4-BE49-F238E27FC236}">
                <a16:creationId xmlns:a16="http://schemas.microsoft.com/office/drawing/2014/main" id="{E55C73CB-3138-D702-F110-B7C8860CED86}"/>
              </a:ext>
            </a:extLst>
          </p:cNvPr>
          <p:cNvSpPr/>
          <p:nvPr/>
        </p:nvSpPr>
        <p:spPr>
          <a:xfrm>
            <a:off x="10382862" y="4478453"/>
            <a:ext cx="245807" cy="312033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7" name="Organigramme : Procédé 26">
            <a:extLst>
              <a:ext uri="{FF2B5EF4-FFF2-40B4-BE49-F238E27FC236}">
                <a16:creationId xmlns:a16="http://schemas.microsoft.com/office/drawing/2014/main" id="{041FBCE5-6040-1598-7727-295DB4C77E1A}"/>
              </a:ext>
            </a:extLst>
          </p:cNvPr>
          <p:cNvSpPr/>
          <p:nvPr/>
        </p:nvSpPr>
        <p:spPr>
          <a:xfrm>
            <a:off x="10382863" y="1977899"/>
            <a:ext cx="245807" cy="312033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6413F89-6BDC-9B7F-E1A4-FD99A0A18B68}"/>
              </a:ext>
            </a:extLst>
          </p:cNvPr>
          <p:cNvSpPr txBox="1"/>
          <p:nvPr/>
        </p:nvSpPr>
        <p:spPr>
          <a:xfrm>
            <a:off x="3639448" y="16244"/>
            <a:ext cx="5325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Les boutons favoris sont cliquables a tout moment que vous soyez dans l’accueil, la page films, la page détaillé d’un film ou même dans la page favoris et sont garder en mémoire tous le long</a:t>
            </a:r>
          </a:p>
        </p:txBody>
      </p:sp>
    </p:spTree>
    <p:extLst>
      <p:ext uri="{BB962C8B-B14F-4D97-AF65-F5344CB8AC3E}">
        <p14:creationId xmlns:p14="http://schemas.microsoft.com/office/powerpoint/2010/main" val="891933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split orient="vert"/>
      </p:transition>
    </mc:Choice>
    <mc:Fallback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xit" presetSubtype="0" fill="hold" grpId="1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42" presetClass="exit" presetSubtype="0" fill="hold" grpId="1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000"/>
                            </p:stCondLst>
                            <p:childTnLst>
                              <p:par>
                                <p:cTn id="60" presetID="10" presetClass="exit" presetSubtype="0" fill="hold" grpId="1" nodeType="after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2" presetClass="exit" presetSubtype="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5" presetID="42" presetClass="exit" presetSubtype="0" fill="hold" grpId="1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42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2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2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42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42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42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3" grpId="0" build="allAtOnce"/>
      <p:bldP spid="16" grpId="0" animBg="1"/>
      <p:bldP spid="16" grpId="1" animBg="1"/>
      <p:bldP spid="18" grpId="0"/>
      <p:bldP spid="18" grpId="1"/>
      <p:bldP spid="19" grpId="0" animBg="1"/>
      <p:bldP spid="19" grpId="1" animBg="1"/>
      <p:bldP spid="21" grpId="0"/>
      <p:bldP spid="21" grpId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9" grpId="0"/>
      <p:bldP spid="2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ABF70FAC-46CA-6919-2527-780CEB9EB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Organigramme : Procédé 4">
            <a:extLst>
              <a:ext uri="{FF2B5EF4-FFF2-40B4-BE49-F238E27FC236}">
                <a16:creationId xmlns:a16="http://schemas.microsoft.com/office/drawing/2014/main" id="{59A22052-8073-35F4-411C-362610B7CF6A}"/>
              </a:ext>
            </a:extLst>
          </p:cNvPr>
          <p:cNvSpPr/>
          <p:nvPr/>
        </p:nvSpPr>
        <p:spPr>
          <a:xfrm>
            <a:off x="0" y="0"/>
            <a:ext cx="865239" cy="442452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786A41E7-AA2E-5289-171C-BC78ADBE7148}"/>
              </a:ext>
            </a:extLst>
          </p:cNvPr>
          <p:cNvCxnSpPr>
            <a:cxnSpLocks/>
          </p:cNvCxnSpPr>
          <p:nvPr/>
        </p:nvCxnSpPr>
        <p:spPr>
          <a:xfrm flipH="1" flipV="1">
            <a:off x="786580" y="550606"/>
            <a:ext cx="78659" cy="8259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C791753F-FDED-F169-81F5-7730FF09421D}"/>
              </a:ext>
            </a:extLst>
          </p:cNvPr>
          <p:cNvSpPr txBox="1"/>
          <p:nvPr/>
        </p:nvSpPr>
        <p:spPr>
          <a:xfrm>
            <a:off x="0" y="1484670"/>
            <a:ext cx="21751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Le bouton retour sera constamment la lorsque que vous vous déplacer sauf si vous revenez a la page d’accueil et vous renverra la page exact ou vous étiez précédemment</a:t>
            </a:r>
          </a:p>
        </p:txBody>
      </p:sp>
      <p:sp>
        <p:nvSpPr>
          <p:cNvPr id="17" name="Organigramme : Procédé 16">
            <a:extLst>
              <a:ext uri="{FF2B5EF4-FFF2-40B4-BE49-F238E27FC236}">
                <a16:creationId xmlns:a16="http://schemas.microsoft.com/office/drawing/2014/main" id="{FD73E545-3EDF-25B1-CCC3-4B77A836A9C2}"/>
              </a:ext>
            </a:extLst>
          </p:cNvPr>
          <p:cNvSpPr/>
          <p:nvPr/>
        </p:nvSpPr>
        <p:spPr>
          <a:xfrm>
            <a:off x="2300748" y="884903"/>
            <a:ext cx="7620000" cy="383458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8" name="Espace réservé du contenu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84DA6A0-1D28-633B-4C6A-746B5E014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6481" y="1907457"/>
            <a:ext cx="1108674" cy="4351338"/>
          </a:xfrm>
          <a:prstGeom prst="rect">
            <a:avLst/>
          </a:prstGeom>
        </p:spPr>
      </p:pic>
      <p:pic>
        <p:nvPicPr>
          <p:cNvPr id="19" name="Image 1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1D88EA1-607D-56D5-6F48-F343A7693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969" y="2670864"/>
            <a:ext cx="1733550" cy="1781175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E212458F-7D52-3402-D25B-65E4DF0A0176}"/>
              </a:ext>
            </a:extLst>
          </p:cNvPr>
          <p:cNvSpPr txBox="1"/>
          <p:nvPr/>
        </p:nvSpPr>
        <p:spPr>
          <a:xfrm>
            <a:off x="4221306" y="264904"/>
            <a:ext cx="6417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La recherche avancées cherche en prenant les trois critères en compte, aucun filtres n’est ignoré</a:t>
            </a:r>
          </a:p>
        </p:txBody>
      </p:sp>
    </p:spTree>
    <p:extLst>
      <p:ext uri="{BB962C8B-B14F-4D97-AF65-F5344CB8AC3E}">
        <p14:creationId xmlns:p14="http://schemas.microsoft.com/office/powerpoint/2010/main" val="2332817293"/>
      </p:ext>
    </p:extLst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xit" presetSubtype="0" fill="hold" grpId="1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presetID="42" presetClass="exit" presetSubtype="0" fill="hold" grpId="1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42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2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7" grpId="0" animBg="1"/>
      <p:bldP spid="17" grpId="1" animBg="1"/>
      <p:bldP spid="21" grpId="0"/>
      <p:bldP spid="2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 descr="Une image contenant texte, capture d’écran, graphisme, conception">
            <a:extLst>
              <a:ext uri="{FF2B5EF4-FFF2-40B4-BE49-F238E27FC236}">
                <a16:creationId xmlns:a16="http://schemas.microsoft.com/office/drawing/2014/main" id="{8C22084C-3CC2-B214-3DBE-C8EF1C606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6" y="4259"/>
            <a:ext cx="12187828" cy="685106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32B4477-7AE1-BE6E-4599-12DD67AE020A}"/>
              </a:ext>
            </a:extLst>
          </p:cNvPr>
          <p:cNvSpPr txBox="1"/>
          <p:nvPr/>
        </p:nvSpPr>
        <p:spPr>
          <a:xfrm>
            <a:off x="7389394" y="4451684"/>
            <a:ext cx="286752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Ici on peut voir la pagination qui se situe tout en bas de la page </a:t>
            </a:r>
          </a:p>
        </p:txBody>
      </p:sp>
      <p:sp>
        <p:nvSpPr>
          <p:cNvPr id="5" name="Organigramme : Procédé 4">
            <a:extLst>
              <a:ext uri="{FF2B5EF4-FFF2-40B4-BE49-F238E27FC236}">
                <a16:creationId xmlns:a16="http://schemas.microsoft.com/office/drawing/2014/main" id="{88A21116-20F6-7FE7-5F4F-A5BEE4D29480}"/>
              </a:ext>
            </a:extLst>
          </p:cNvPr>
          <p:cNvSpPr/>
          <p:nvPr/>
        </p:nvSpPr>
        <p:spPr>
          <a:xfrm>
            <a:off x="5348748" y="6430297"/>
            <a:ext cx="1543665" cy="344129"/>
          </a:xfrm>
          <a:prstGeom prst="flowChartProcess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66C10C4-1327-82AB-E303-5B17FDF6DDC4}"/>
              </a:ext>
            </a:extLst>
          </p:cNvPr>
          <p:cNvCxnSpPr/>
          <p:nvPr/>
        </p:nvCxnSpPr>
        <p:spPr>
          <a:xfrm flipH="1">
            <a:off x="7187381" y="5545394"/>
            <a:ext cx="609600" cy="72758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994778"/>
      </p:ext>
    </p:extLst>
  </p:cSld>
  <p:clrMapOvr>
    <a:masterClrMapping/>
  </p:clrMapOvr>
  <p:transition spd="slow" advClick="0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3089CC2A-81B9-E35E-6189-492F47194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66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36B534E-0615-8E15-9792-4F234669C7FD}"/>
              </a:ext>
            </a:extLst>
          </p:cNvPr>
          <p:cNvSpPr txBox="1"/>
          <p:nvPr/>
        </p:nvSpPr>
        <p:spPr>
          <a:xfrm>
            <a:off x="3274945" y="669098"/>
            <a:ext cx="46990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>
                <a:solidFill>
                  <a:schemeClr val="bg1"/>
                </a:solidFill>
              </a:rPr>
              <a:t>Voici à quoi ressemble une page détaillée d’un film</a:t>
            </a:r>
          </a:p>
          <a:p>
            <a:endParaRPr lang="fr-CH" sz="2400" dirty="0">
              <a:solidFill>
                <a:schemeClr val="bg1"/>
              </a:solidFill>
            </a:endParaRPr>
          </a:p>
          <a:p>
            <a:r>
              <a:rPr lang="fr-CH" sz="2400" dirty="0">
                <a:solidFill>
                  <a:schemeClr val="bg1"/>
                </a:solidFill>
              </a:rPr>
              <a:t>Les fonctions principale sont toujours présentent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4831B94-3706-0432-639E-A1CD05C8EDDC}"/>
              </a:ext>
            </a:extLst>
          </p:cNvPr>
          <p:cNvSpPr txBox="1"/>
          <p:nvPr/>
        </p:nvSpPr>
        <p:spPr>
          <a:xfrm>
            <a:off x="3274945" y="2749187"/>
            <a:ext cx="3490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Le Nom du film se trouve la, ses affiche ici et sa date de sortie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909A77C9-1A9D-DE71-3140-22018D937F15}"/>
              </a:ext>
            </a:extLst>
          </p:cNvPr>
          <p:cNvCxnSpPr/>
          <p:nvPr/>
        </p:nvCxnSpPr>
        <p:spPr>
          <a:xfrm flipH="1" flipV="1">
            <a:off x="2172929" y="1288026"/>
            <a:ext cx="953729" cy="7964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B16AB766-0B97-86E8-4A12-8A72587C6A38}"/>
              </a:ext>
            </a:extLst>
          </p:cNvPr>
          <p:cNvCxnSpPr/>
          <p:nvPr/>
        </p:nvCxnSpPr>
        <p:spPr>
          <a:xfrm flipH="1" flipV="1">
            <a:off x="2649793" y="4014559"/>
            <a:ext cx="953729" cy="7964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E9FB7752-B4CB-8378-7780-9C35FF626598}"/>
              </a:ext>
            </a:extLst>
          </p:cNvPr>
          <p:cNvCxnSpPr>
            <a:cxnSpLocks/>
          </p:cNvCxnSpPr>
          <p:nvPr/>
        </p:nvCxnSpPr>
        <p:spPr>
          <a:xfrm flipV="1">
            <a:off x="6096000" y="4014559"/>
            <a:ext cx="447368" cy="88354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Procédé 16">
            <a:extLst>
              <a:ext uri="{FF2B5EF4-FFF2-40B4-BE49-F238E27FC236}">
                <a16:creationId xmlns:a16="http://schemas.microsoft.com/office/drawing/2014/main" id="{B592CC39-C00E-083B-6706-D5D1E0B69D78}"/>
              </a:ext>
            </a:extLst>
          </p:cNvPr>
          <p:cNvSpPr/>
          <p:nvPr/>
        </p:nvSpPr>
        <p:spPr>
          <a:xfrm>
            <a:off x="8475406" y="1543665"/>
            <a:ext cx="1032388" cy="265470"/>
          </a:xfrm>
          <a:prstGeom prst="flowChartProcess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Organigramme : Procédé 17">
            <a:extLst>
              <a:ext uri="{FF2B5EF4-FFF2-40B4-BE49-F238E27FC236}">
                <a16:creationId xmlns:a16="http://schemas.microsoft.com/office/drawing/2014/main" id="{D6C8052C-0D61-F4E0-A8A0-C4AF2A93E477}"/>
              </a:ext>
            </a:extLst>
          </p:cNvPr>
          <p:cNvSpPr/>
          <p:nvPr/>
        </p:nvSpPr>
        <p:spPr>
          <a:xfrm>
            <a:off x="8180439" y="1543665"/>
            <a:ext cx="3903406" cy="4463845"/>
          </a:xfrm>
          <a:prstGeom prst="flowChartProcess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D3574A8-E967-B083-55CB-449B923B1DA0}"/>
              </a:ext>
            </a:extLst>
          </p:cNvPr>
          <p:cNvSpPr txBox="1"/>
          <p:nvPr/>
        </p:nvSpPr>
        <p:spPr>
          <a:xfrm>
            <a:off x="3288889" y="3584930"/>
            <a:ext cx="3903407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CH" sz="2000" dirty="0">
                <a:solidFill>
                  <a:schemeClr val="bg1"/>
                </a:solidFill>
              </a:rPr>
              <a:t>La description </a:t>
            </a:r>
            <a:r>
              <a:rPr lang="fr-CH" sz="2000">
                <a:solidFill>
                  <a:schemeClr val="bg1"/>
                </a:solidFill>
              </a:rPr>
              <a:t>du</a:t>
            </a:r>
            <a:r>
              <a:rPr lang="fr-CH" sz="2000" dirty="0">
                <a:solidFill>
                  <a:schemeClr val="bg1"/>
                </a:solidFill>
              </a:rPr>
              <a:t> texte est à droite et elle dispose d’une scroll bar si le texte est trop long</a:t>
            </a:r>
          </a:p>
        </p:txBody>
      </p:sp>
    </p:spTree>
    <p:extLst>
      <p:ext uri="{BB962C8B-B14F-4D97-AF65-F5344CB8AC3E}">
        <p14:creationId xmlns:p14="http://schemas.microsoft.com/office/powerpoint/2010/main" val="3758543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3000">
        <p:circle/>
      </p:transition>
    </mc:Choice>
    <mc:Fallback>
      <p:transition spd="slow" advClick="0" advTm="3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xit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42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50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500"/>
                            </p:stCondLst>
                            <p:childTnLst>
                              <p:par>
                                <p:cTn id="67" presetID="42" presetClass="exit" presetSubtype="0" fill="hold" grpId="1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 animBg="1"/>
      <p:bldP spid="17" grpId="1" animBg="1"/>
      <p:bldP spid="18" grpId="0" animBg="1"/>
      <p:bldP spid="18" grpId="1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073D7-BBA4-4DF9-A33F-7F0612EE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6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0787769D-D220-B4F9-5B79-9B27206CC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6341" cy="6856115"/>
          </a:xfrm>
          <a:prstGeom prst="rect">
            <a:avLst/>
          </a:prstGeom>
        </p:spPr>
      </p:pic>
      <p:pic>
        <p:nvPicPr>
          <p:cNvPr id="2" name="Espace réservé du contenu 1" descr="Une image contenant capture d’écran, ordinateur, Système d’exploitation, logiciel&#10;&#10;Le contenu généré par l’IA peut être incorrect.">
            <a:extLst>
              <a:ext uri="{FF2B5EF4-FFF2-40B4-BE49-F238E27FC236}">
                <a16:creationId xmlns:a16="http://schemas.microsoft.com/office/drawing/2014/main" id="{7074D8CB-A0BA-C3E9-A2C7-0466D2188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43437" y="0"/>
            <a:ext cx="12645807" cy="685814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406E212-042B-AB4D-A9D5-E26163728275}"/>
              </a:ext>
            </a:extLst>
          </p:cNvPr>
          <p:cNvSpPr txBox="1"/>
          <p:nvPr/>
        </p:nvSpPr>
        <p:spPr>
          <a:xfrm>
            <a:off x="9419435" y="3279650"/>
            <a:ext cx="24003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Voici la page des favoris: Sans ajouter de films en favoris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4040013-A84A-8619-F773-AA8A01851AC3}"/>
              </a:ext>
            </a:extLst>
          </p:cNvPr>
          <p:cNvSpPr txBox="1"/>
          <p:nvPr/>
        </p:nvSpPr>
        <p:spPr>
          <a:xfrm>
            <a:off x="1610781" y="4776123"/>
            <a:ext cx="24003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Voici la page des favoris: Avec 3 films  en favoris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8E915037-9E87-930A-FC03-6650FBB43E5B}"/>
              </a:ext>
            </a:extLst>
          </p:cNvPr>
          <p:cNvSpPr txBox="1"/>
          <p:nvPr/>
        </p:nvSpPr>
        <p:spPr>
          <a:xfrm>
            <a:off x="6180573" y="4066536"/>
            <a:ext cx="2400300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olidFill>
                  <a:schemeClr val="bg1"/>
                </a:solidFill>
              </a:rPr>
              <a:t>Ici on peut voir le titre du film avec sa date de sortie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A6A1E-6FF3-080D-914B-8D39C3A0BAE0}"/>
              </a:ext>
            </a:extLst>
          </p:cNvPr>
          <p:cNvSpPr/>
          <p:nvPr/>
        </p:nvSpPr>
        <p:spPr>
          <a:xfrm>
            <a:off x="2815702" y="3114801"/>
            <a:ext cx="993693" cy="6235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ED47DFB3-26F5-C0DB-B9F1-2B211444901A}"/>
              </a:ext>
            </a:extLst>
          </p:cNvPr>
          <p:cNvCxnSpPr/>
          <p:nvPr/>
        </p:nvCxnSpPr>
        <p:spPr>
          <a:xfrm flipH="1" flipV="1">
            <a:off x="8136657" y="1454903"/>
            <a:ext cx="2149377" cy="16594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D513C7A7-718A-2341-5E92-A4DCB3A09402}"/>
              </a:ext>
            </a:extLst>
          </p:cNvPr>
          <p:cNvCxnSpPr>
            <a:cxnSpLocks/>
          </p:cNvCxnSpPr>
          <p:nvPr/>
        </p:nvCxnSpPr>
        <p:spPr>
          <a:xfrm flipH="1" flipV="1">
            <a:off x="3876801" y="3392035"/>
            <a:ext cx="2259547" cy="96168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66A95E8-1FDF-BC78-CD21-6875AEC5B988}"/>
              </a:ext>
            </a:extLst>
          </p:cNvPr>
          <p:cNvSpPr/>
          <p:nvPr/>
        </p:nvSpPr>
        <p:spPr>
          <a:xfrm>
            <a:off x="-1" y="-1"/>
            <a:ext cx="12192000" cy="1955131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D57D1-5A31-F41C-8184-F400F9342998}"/>
              </a:ext>
            </a:extLst>
          </p:cNvPr>
          <p:cNvSpPr/>
          <p:nvPr/>
        </p:nvSpPr>
        <p:spPr>
          <a:xfrm>
            <a:off x="-1" y="4812631"/>
            <a:ext cx="12192000" cy="2045368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7761AB-93DC-98D8-F56E-24EB2AB003CE}"/>
              </a:ext>
            </a:extLst>
          </p:cNvPr>
          <p:cNvSpPr/>
          <p:nvPr/>
        </p:nvSpPr>
        <p:spPr>
          <a:xfrm>
            <a:off x="70185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904FE9-4AE5-833E-9B1B-D24AF875B21A}"/>
              </a:ext>
            </a:extLst>
          </p:cNvPr>
          <p:cNvSpPr/>
          <p:nvPr/>
        </p:nvSpPr>
        <p:spPr>
          <a:xfrm>
            <a:off x="671764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29B0B7-1BE8-4897-2F5B-15FA218B909A}"/>
              </a:ext>
            </a:extLst>
          </p:cNvPr>
          <p:cNvSpPr/>
          <p:nvPr/>
        </p:nvSpPr>
        <p:spPr>
          <a:xfrm>
            <a:off x="1253290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C56277-4EFC-42D0-9F7C-EC74C31F8E3B}"/>
              </a:ext>
            </a:extLst>
          </p:cNvPr>
          <p:cNvSpPr/>
          <p:nvPr/>
        </p:nvSpPr>
        <p:spPr>
          <a:xfrm>
            <a:off x="1834816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3852BA-F0FA-8177-EAFF-2A42871153A7}"/>
              </a:ext>
            </a:extLst>
          </p:cNvPr>
          <p:cNvSpPr/>
          <p:nvPr/>
        </p:nvSpPr>
        <p:spPr>
          <a:xfrm>
            <a:off x="2416342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A03C57-96F2-5C01-AE57-E4BD70820CF1}"/>
              </a:ext>
            </a:extLst>
          </p:cNvPr>
          <p:cNvSpPr/>
          <p:nvPr/>
        </p:nvSpPr>
        <p:spPr>
          <a:xfrm>
            <a:off x="2997868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B5E773-F1B1-AD68-D2FA-91A4A5067013}"/>
              </a:ext>
            </a:extLst>
          </p:cNvPr>
          <p:cNvSpPr/>
          <p:nvPr/>
        </p:nvSpPr>
        <p:spPr>
          <a:xfrm>
            <a:off x="3579394" y="5003129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8357E6-ECEC-E43A-055B-7BA892AB718B}"/>
              </a:ext>
            </a:extLst>
          </p:cNvPr>
          <p:cNvSpPr/>
          <p:nvPr/>
        </p:nvSpPr>
        <p:spPr>
          <a:xfrm>
            <a:off x="4160921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368E1-FC80-395A-77A6-58238F8FE592}"/>
              </a:ext>
            </a:extLst>
          </p:cNvPr>
          <p:cNvSpPr/>
          <p:nvPr/>
        </p:nvSpPr>
        <p:spPr>
          <a:xfrm>
            <a:off x="4742447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A64B27-A4F1-BCF0-71CF-16F056E5A90C}"/>
              </a:ext>
            </a:extLst>
          </p:cNvPr>
          <p:cNvSpPr/>
          <p:nvPr/>
        </p:nvSpPr>
        <p:spPr>
          <a:xfrm>
            <a:off x="5323973" y="5003129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337D8D-8AF7-A727-07F7-841243187CA5}"/>
              </a:ext>
            </a:extLst>
          </p:cNvPr>
          <p:cNvSpPr/>
          <p:nvPr/>
        </p:nvSpPr>
        <p:spPr>
          <a:xfrm>
            <a:off x="5925553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551D28-1F44-FFD0-7394-97D19560AAA4}"/>
              </a:ext>
            </a:extLst>
          </p:cNvPr>
          <p:cNvSpPr/>
          <p:nvPr/>
        </p:nvSpPr>
        <p:spPr>
          <a:xfrm>
            <a:off x="6527132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260F82F-A118-9271-054A-A91A6EC2EBDD}"/>
              </a:ext>
            </a:extLst>
          </p:cNvPr>
          <p:cNvSpPr/>
          <p:nvPr/>
        </p:nvSpPr>
        <p:spPr>
          <a:xfrm>
            <a:off x="7108658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2E451DA-65B7-6094-0A10-D684DD09E196}"/>
              </a:ext>
            </a:extLst>
          </p:cNvPr>
          <p:cNvSpPr/>
          <p:nvPr/>
        </p:nvSpPr>
        <p:spPr>
          <a:xfrm>
            <a:off x="7690184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1E55099-2E03-3E98-BD06-C08B4E1FB27F}"/>
              </a:ext>
            </a:extLst>
          </p:cNvPr>
          <p:cNvSpPr/>
          <p:nvPr/>
        </p:nvSpPr>
        <p:spPr>
          <a:xfrm>
            <a:off x="8271710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BF41A13-2981-787F-3BB2-63FBFDEACA09}"/>
              </a:ext>
            </a:extLst>
          </p:cNvPr>
          <p:cNvSpPr/>
          <p:nvPr/>
        </p:nvSpPr>
        <p:spPr>
          <a:xfrm>
            <a:off x="8853236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6432EA-F91B-3709-ACCA-EC1EA8FEB531}"/>
              </a:ext>
            </a:extLst>
          </p:cNvPr>
          <p:cNvSpPr/>
          <p:nvPr/>
        </p:nvSpPr>
        <p:spPr>
          <a:xfrm>
            <a:off x="9434762" y="5003129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569C4C5-43A9-CE9B-DA02-11D2AC64A197}"/>
              </a:ext>
            </a:extLst>
          </p:cNvPr>
          <p:cNvSpPr/>
          <p:nvPr/>
        </p:nvSpPr>
        <p:spPr>
          <a:xfrm>
            <a:off x="10016289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867B27-FB4B-CAAB-B9F4-975BC7DB8AF0}"/>
              </a:ext>
            </a:extLst>
          </p:cNvPr>
          <p:cNvSpPr/>
          <p:nvPr/>
        </p:nvSpPr>
        <p:spPr>
          <a:xfrm>
            <a:off x="10597815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54A0CB-67FC-C9EF-7F71-AD7345D4F2BA}"/>
              </a:ext>
            </a:extLst>
          </p:cNvPr>
          <p:cNvSpPr/>
          <p:nvPr/>
        </p:nvSpPr>
        <p:spPr>
          <a:xfrm>
            <a:off x="11179341" y="5003129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7DE2C48-F65D-A3DB-4381-89106E6A9286}"/>
              </a:ext>
            </a:extLst>
          </p:cNvPr>
          <p:cNvSpPr/>
          <p:nvPr/>
        </p:nvSpPr>
        <p:spPr>
          <a:xfrm>
            <a:off x="11760869" y="5003130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11CF46B-83EA-C6B4-6E52-02BF562D27B8}"/>
              </a:ext>
            </a:extLst>
          </p:cNvPr>
          <p:cNvSpPr/>
          <p:nvPr/>
        </p:nvSpPr>
        <p:spPr>
          <a:xfrm>
            <a:off x="90237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EE81F45-EFC9-D502-16AE-9CB59DB6D3CE}"/>
              </a:ext>
            </a:extLst>
          </p:cNvPr>
          <p:cNvSpPr/>
          <p:nvPr/>
        </p:nvSpPr>
        <p:spPr>
          <a:xfrm>
            <a:off x="691816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C6506C-9800-B469-FF81-23A2DB9BBFAC}"/>
              </a:ext>
            </a:extLst>
          </p:cNvPr>
          <p:cNvSpPr/>
          <p:nvPr/>
        </p:nvSpPr>
        <p:spPr>
          <a:xfrm>
            <a:off x="1273342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A6CC10F-D379-AFD4-21FE-A1576828FE2E}"/>
              </a:ext>
            </a:extLst>
          </p:cNvPr>
          <p:cNvSpPr/>
          <p:nvPr/>
        </p:nvSpPr>
        <p:spPr>
          <a:xfrm>
            <a:off x="1854868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0D1BB47-AABD-9C63-F2EF-D99B87192E80}"/>
              </a:ext>
            </a:extLst>
          </p:cNvPr>
          <p:cNvSpPr/>
          <p:nvPr/>
        </p:nvSpPr>
        <p:spPr>
          <a:xfrm>
            <a:off x="2436394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2A39FBA-BCD8-217D-6C91-6A32073168FC}"/>
              </a:ext>
            </a:extLst>
          </p:cNvPr>
          <p:cNvSpPr/>
          <p:nvPr/>
        </p:nvSpPr>
        <p:spPr>
          <a:xfrm>
            <a:off x="3017920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89A558E-2A4F-4878-3F28-8F0640DACF9A}"/>
              </a:ext>
            </a:extLst>
          </p:cNvPr>
          <p:cNvSpPr/>
          <p:nvPr/>
        </p:nvSpPr>
        <p:spPr>
          <a:xfrm>
            <a:off x="3599446" y="1443786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505B3A8-B2BC-397D-A233-2230FD1C9D0E}"/>
              </a:ext>
            </a:extLst>
          </p:cNvPr>
          <p:cNvSpPr/>
          <p:nvPr/>
        </p:nvSpPr>
        <p:spPr>
          <a:xfrm>
            <a:off x="4180973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AAE7845-C616-4174-4D4A-14C6DFB2A046}"/>
              </a:ext>
            </a:extLst>
          </p:cNvPr>
          <p:cNvSpPr/>
          <p:nvPr/>
        </p:nvSpPr>
        <p:spPr>
          <a:xfrm>
            <a:off x="4762499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81FC407-DF25-CC5C-8823-84F053F97ED1}"/>
              </a:ext>
            </a:extLst>
          </p:cNvPr>
          <p:cNvSpPr/>
          <p:nvPr/>
        </p:nvSpPr>
        <p:spPr>
          <a:xfrm>
            <a:off x="5344025" y="1443786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F9511AF-8E5A-EE5B-6756-0DB4554B7C7E}"/>
              </a:ext>
            </a:extLst>
          </p:cNvPr>
          <p:cNvSpPr/>
          <p:nvPr/>
        </p:nvSpPr>
        <p:spPr>
          <a:xfrm>
            <a:off x="5945605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E0827B2-1134-294C-05ED-077CBCE33055}"/>
              </a:ext>
            </a:extLst>
          </p:cNvPr>
          <p:cNvSpPr/>
          <p:nvPr/>
        </p:nvSpPr>
        <p:spPr>
          <a:xfrm>
            <a:off x="6547184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68CC6DA-450A-A45B-084E-18292366A27F}"/>
              </a:ext>
            </a:extLst>
          </p:cNvPr>
          <p:cNvSpPr/>
          <p:nvPr/>
        </p:nvSpPr>
        <p:spPr>
          <a:xfrm>
            <a:off x="7128710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459203A-4A91-2BC4-5165-9CF919FBACF2}"/>
              </a:ext>
            </a:extLst>
          </p:cNvPr>
          <p:cNvSpPr/>
          <p:nvPr/>
        </p:nvSpPr>
        <p:spPr>
          <a:xfrm>
            <a:off x="7710236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578FFED-56AA-9EC2-84CF-13D2EA58F0A3}"/>
              </a:ext>
            </a:extLst>
          </p:cNvPr>
          <p:cNvSpPr/>
          <p:nvPr/>
        </p:nvSpPr>
        <p:spPr>
          <a:xfrm>
            <a:off x="8291762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B13D503-BB52-D139-0816-B2C1405774F2}"/>
              </a:ext>
            </a:extLst>
          </p:cNvPr>
          <p:cNvSpPr/>
          <p:nvPr/>
        </p:nvSpPr>
        <p:spPr>
          <a:xfrm>
            <a:off x="8873288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34EFCDB-2490-1795-612E-F0752F4FFADC}"/>
              </a:ext>
            </a:extLst>
          </p:cNvPr>
          <p:cNvSpPr/>
          <p:nvPr/>
        </p:nvSpPr>
        <p:spPr>
          <a:xfrm>
            <a:off x="9454814" y="1443786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5AA119D-17C9-18AF-EAD3-633EC20A4943}"/>
              </a:ext>
            </a:extLst>
          </p:cNvPr>
          <p:cNvSpPr/>
          <p:nvPr/>
        </p:nvSpPr>
        <p:spPr>
          <a:xfrm>
            <a:off x="10036341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96ACD1D-1F71-E5AB-30FF-20B9543A8290}"/>
              </a:ext>
            </a:extLst>
          </p:cNvPr>
          <p:cNvSpPr/>
          <p:nvPr/>
        </p:nvSpPr>
        <p:spPr>
          <a:xfrm>
            <a:off x="10617867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4F25D76-6ABB-B195-7B94-A733486B39C6}"/>
              </a:ext>
            </a:extLst>
          </p:cNvPr>
          <p:cNvSpPr/>
          <p:nvPr/>
        </p:nvSpPr>
        <p:spPr>
          <a:xfrm>
            <a:off x="11199393" y="1443786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E2327D1-4F6E-9DC3-058A-B671588072DC}"/>
              </a:ext>
            </a:extLst>
          </p:cNvPr>
          <p:cNvSpPr/>
          <p:nvPr/>
        </p:nvSpPr>
        <p:spPr>
          <a:xfrm>
            <a:off x="11780921" y="1443787"/>
            <a:ext cx="340894" cy="350921"/>
          </a:xfrm>
          <a:prstGeom prst="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0651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4" grpId="0"/>
      <p:bldP spid="5" grpId="0" animBg="1"/>
      <p:bldP spid="7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3" grpId="0" animBg="1"/>
      <p:bldP spid="65" grpId="0" animBg="1"/>
      <p:bldP spid="67" grpId="0" animBg="1"/>
      <p:bldP spid="69" grpId="0" animBg="1"/>
      <p:bldP spid="71" grpId="0" animBg="1"/>
      <p:bldP spid="73" grpId="0" animBg="1"/>
      <p:bldP spid="75" grpId="0" animBg="1"/>
      <p:bldP spid="77" grpId="0" animBg="1"/>
      <p:bldP spid="79" grpId="0" animBg="1"/>
      <p:bldP spid="81" grpId="0" animBg="1"/>
      <p:bldP spid="83" grpId="0" animBg="1"/>
      <p:bldP spid="85" grpId="0" animBg="1"/>
      <p:bldP spid="87" grpId="0" animBg="1"/>
      <p:bldP spid="89" grpId="0" animBg="1"/>
      <p:bldP spid="91" grpId="0" animBg="1"/>
      <p:bldP spid="93" grpId="0" animBg="1"/>
      <p:bldP spid="95" grpId="0" animBg="1"/>
      <p:bldP spid="9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6BFD-FBEA-531B-D2B8-8308A052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9FDE2FA7-40EE-D255-5999-726A6587D6CB}"/>
              </a:ext>
            </a:extLst>
          </p:cNvPr>
          <p:cNvSpPr/>
          <p:nvPr/>
        </p:nvSpPr>
        <p:spPr>
          <a:xfrm>
            <a:off x="0" y="-3"/>
            <a:ext cx="12191999" cy="6857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B9779E90-4746-E547-C0C7-ED55C44604DA}"/>
              </a:ext>
            </a:extLst>
          </p:cNvPr>
          <p:cNvGrpSpPr/>
          <p:nvPr/>
        </p:nvGrpSpPr>
        <p:grpSpPr>
          <a:xfrm>
            <a:off x="-1" y="-1"/>
            <a:ext cx="12192000" cy="6858000"/>
            <a:chOff x="-1" y="-1"/>
            <a:chExt cx="12192000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C560959-1FA4-DBD7-E5AC-A32FA5D31369}"/>
                </a:ext>
              </a:extLst>
            </p:cNvPr>
            <p:cNvSpPr/>
            <p:nvPr/>
          </p:nvSpPr>
          <p:spPr>
            <a:xfrm>
              <a:off x="-1" y="-1"/>
              <a:ext cx="12192000" cy="1955131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60321C6-1FCB-B86A-8CC5-C2AD624027CB}"/>
                </a:ext>
              </a:extLst>
            </p:cNvPr>
            <p:cNvSpPr/>
            <p:nvPr/>
          </p:nvSpPr>
          <p:spPr>
            <a:xfrm>
              <a:off x="-1" y="4812631"/>
              <a:ext cx="12192000" cy="2045368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8CCB2A8-E3B4-73D5-4252-0DA4D83BF9FF}"/>
                </a:ext>
              </a:extLst>
            </p:cNvPr>
            <p:cNvSpPr/>
            <p:nvPr/>
          </p:nvSpPr>
          <p:spPr>
            <a:xfrm>
              <a:off x="70185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8AC4267-AA16-27CD-62CB-18A7ED18A263}"/>
                </a:ext>
              </a:extLst>
            </p:cNvPr>
            <p:cNvSpPr/>
            <p:nvPr/>
          </p:nvSpPr>
          <p:spPr>
            <a:xfrm>
              <a:off x="671764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89ADE6D-980F-0164-9843-1791B32AC843}"/>
                </a:ext>
              </a:extLst>
            </p:cNvPr>
            <p:cNvSpPr/>
            <p:nvPr/>
          </p:nvSpPr>
          <p:spPr>
            <a:xfrm>
              <a:off x="1253290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B598C79-B551-69EA-BA97-85BA0FFADF52}"/>
                </a:ext>
              </a:extLst>
            </p:cNvPr>
            <p:cNvSpPr/>
            <p:nvPr/>
          </p:nvSpPr>
          <p:spPr>
            <a:xfrm>
              <a:off x="1834816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3C58201-72DD-C629-C8DC-303BF015CEC8}"/>
                </a:ext>
              </a:extLst>
            </p:cNvPr>
            <p:cNvSpPr/>
            <p:nvPr/>
          </p:nvSpPr>
          <p:spPr>
            <a:xfrm>
              <a:off x="2416342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4DF9569-9FA1-48D8-D7A5-768FB3745ED5}"/>
                </a:ext>
              </a:extLst>
            </p:cNvPr>
            <p:cNvSpPr/>
            <p:nvPr/>
          </p:nvSpPr>
          <p:spPr>
            <a:xfrm>
              <a:off x="2997868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A6CAF2-FC65-CBBD-E7EC-C7A1631C64AD}"/>
                </a:ext>
              </a:extLst>
            </p:cNvPr>
            <p:cNvSpPr/>
            <p:nvPr/>
          </p:nvSpPr>
          <p:spPr>
            <a:xfrm>
              <a:off x="3579394" y="5003129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388009-56C0-9877-015E-24E8334D8017}"/>
                </a:ext>
              </a:extLst>
            </p:cNvPr>
            <p:cNvSpPr/>
            <p:nvPr/>
          </p:nvSpPr>
          <p:spPr>
            <a:xfrm>
              <a:off x="4160921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CE1299-0624-FA93-8F6B-A39D227314DE}"/>
                </a:ext>
              </a:extLst>
            </p:cNvPr>
            <p:cNvSpPr/>
            <p:nvPr/>
          </p:nvSpPr>
          <p:spPr>
            <a:xfrm>
              <a:off x="4742447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AE2780A-5285-61FD-8658-31D6158D782A}"/>
                </a:ext>
              </a:extLst>
            </p:cNvPr>
            <p:cNvSpPr/>
            <p:nvPr/>
          </p:nvSpPr>
          <p:spPr>
            <a:xfrm>
              <a:off x="5323973" y="5003129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FC9631-FDC0-21F4-D161-A4074AD31EC1}"/>
                </a:ext>
              </a:extLst>
            </p:cNvPr>
            <p:cNvSpPr/>
            <p:nvPr/>
          </p:nvSpPr>
          <p:spPr>
            <a:xfrm>
              <a:off x="5925553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2C9661-49C8-D537-1AA5-8AE5A3C16DFE}"/>
                </a:ext>
              </a:extLst>
            </p:cNvPr>
            <p:cNvSpPr/>
            <p:nvPr/>
          </p:nvSpPr>
          <p:spPr>
            <a:xfrm>
              <a:off x="6527132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B80AD85-A970-87EC-3EA2-960E08C43425}"/>
                </a:ext>
              </a:extLst>
            </p:cNvPr>
            <p:cNvSpPr/>
            <p:nvPr/>
          </p:nvSpPr>
          <p:spPr>
            <a:xfrm>
              <a:off x="7108658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FCAB4FA-61F8-8F53-A654-B620793D1B56}"/>
                </a:ext>
              </a:extLst>
            </p:cNvPr>
            <p:cNvSpPr/>
            <p:nvPr/>
          </p:nvSpPr>
          <p:spPr>
            <a:xfrm>
              <a:off x="7690184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04A007-3E6B-DE61-CCFB-03B62DA3864C}"/>
                </a:ext>
              </a:extLst>
            </p:cNvPr>
            <p:cNvSpPr/>
            <p:nvPr/>
          </p:nvSpPr>
          <p:spPr>
            <a:xfrm>
              <a:off x="8271710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9C60DF2-A343-5BD5-0183-8F3CC600A1D5}"/>
                </a:ext>
              </a:extLst>
            </p:cNvPr>
            <p:cNvSpPr/>
            <p:nvPr/>
          </p:nvSpPr>
          <p:spPr>
            <a:xfrm>
              <a:off x="8853236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22C07C2-4505-B1DC-406D-18E3D110F091}"/>
                </a:ext>
              </a:extLst>
            </p:cNvPr>
            <p:cNvSpPr/>
            <p:nvPr/>
          </p:nvSpPr>
          <p:spPr>
            <a:xfrm>
              <a:off x="9434762" y="5003129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C9C6D1B-7F82-E827-7E87-94F28C673824}"/>
                </a:ext>
              </a:extLst>
            </p:cNvPr>
            <p:cNvSpPr/>
            <p:nvPr/>
          </p:nvSpPr>
          <p:spPr>
            <a:xfrm>
              <a:off x="10016289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04CCAA9-F49C-2119-A7C1-F34CC4DEB3D5}"/>
                </a:ext>
              </a:extLst>
            </p:cNvPr>
            <p:cNvSpPr/>
            <p:nvPr/>
          </p:nvSpPr>
          <p:spPr>
            <a:xfrm>
              <a:off x="10597815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570180-CAEB-671D-4143-B0A4A204447B}"/>
                </a:ext>
              </a:extLst>
            </p:cNvPr>
            <p:cNvSpPr/>
            <p:nvPr/>
          </p:nvSpPr>
          <p:spPr>
            <a:xfrm>
              <a:off x="11179341" y="5003129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8050367-2D9C-33FB-4BB9-CC86F87070B0}"/>
                </a:ext>
              </a:extLst>
            </p:cNvPr>
            <p:cNvSpPr/>
            <p:nvPr/>
          </p:nvSpPr>
          <p:spPr>
            <a:xfrm>
              <a:off x="11760869" y="5003130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E3268B6-C327-A3D8-4194-95FB7FF743CE}"/>
                </a:ext>
              </a:extLst>
            </p:cNvPr>
            <p:cNvSpPr/>
            <p:nvPr/>
          </p:nvSpPr>
          <p:spPr>
            <a:xfrm>
              <a:off x="90237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91C3C33-5DB2-DCC1-B180-A483E20F6A34}"/>
                </a:ext>
              </a:extLst>
            </p:cNvPr>
            <p:cNvSpPr/>
            <p:nvPr/>
          </p:nvSpPr>
          <p:spPr>
            <a:xfrm>
              <a:off x="691816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4B4112E-5403-A1FE-517D-1D9FFB692AC9}"/>
                </a:ext>
              </a:extLst>
            </p:cNvPr>
            <p:cNvSpPr/>
            <p:nvPr/>
          </p:nvSpPr>
          <p:spPr>
            <a:xfrm>
              <a:off x="1273342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D43A039-FFBD-0F50-ADE8-98806DC68F23}"/>
                </a:ext>
              </a:extLst>
            </p:cNvPr>
            <p:cNvSpPr/>
            <p:nvPr/>
          </p:nvSpPr>
          <p:spPr>
            <a:xfrm>
              <a:off x="1854868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8BA636-7F4C-BE9B-67E8-D3E2E712987C}"/>
                </a:ext>
              </a:extLst>
            </p:cNvPr>
            <p:cNvSpPr/>
            <p:nvPr/>
          </p:nvSpPr>
          <p:spPr>
            <a:xfrm>
              <a:off x="2436394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437DF72-97B3-16CF-D0AC-BFF274FDAC43}"/>
                </a:ext>
              </a:extLst>
            </p:cNvPr>
            <p:cNvSpPr/>
            <p:nvPr/>
          </p:nvSpPr>
          <p:spPr>
            <a:xfrm>
              <a:off x="3017920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58AF77E-E9C9-F9CF-41A6-A1A8A8F41FC4}"/>
                </a:ext>
              </a:extLst>
            </p:cNvPr>
            <p:cNvSpPr/>
            <p:nvPr/>
          </p:nvSpPr>
          <p:spPr>
            <a:xfrm>
              <a:off x="3599446" y="1443786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B56D081-CDAE-93F6-EFEE-957AE21CDD64}"/>
                </a:ext>
              </a:extLst>
            </p:cNvPr>
            <p:cNvSpPr/>
            <p:nvPr/>
          </p:nvSpPr>
          <p:spPr>
            <a:xfrm>
              <a:off x="4180973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06AEC96-E1F9-3210-8F1E-EAB981B3D987}"/>
                </a:ext>
              </a:extLst>
            </p:cNvPr>
            <p:cNvSpPr/>
            <p:nvPr/>
          </p:nvSpPr>
          <p:spPr>
            <a:xfrm>
              <a:off x="4762499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F5C1E66-9716-8A3B-5CEA-8A8A2F01CE8C}"/>
                </a:ext>
              </a:extLst>
            </p:cNvPr>
            <p:cNvSpPr/>
            <p:nvPr/>
          </p:nvSpPr>
          <p:spPr>
            <a:xfrm>
              <a:off x="5344025" y="1443786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D323EE5-EBB2-871B-AEF3-9685E19FAB90}"/>
                </a:ext>
              </a:extLst>
            </p:cNvPr>
            <p:cNvSpPr/>
            <p:nvPr/>
          </p:nvSpPr>
          <p:spPr>
            <a:xfrm>
              <a:off x="5945605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74099E1-0FED-CECF-5094-904190F45767}"/>
                </a:ext>
              </a:extLst>
            </p:cNvPr>
            <p:cNvSpPr/>
            <p:nvPr/>
          </p:nvSpPr>
          <p:spPr>
            <a:xfrm>
              <a:off x="6547184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C539940-6C81-2285-AACE-0A31523DBC15}"/>
                </a:ext>
              </a:extLst>
            </p:cNvPr>
            <p:cNvSpPr/>
            <p:nvPr/>
          </p:nvSpPr>
          <p:spPr>
            <a:xfrm>
              <a:off x="7128710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24C37D1-7976-0DA3-07F4-13D99DC5D3D6}"/>
                </a:ext>
              </a:extLst>
            </p:cNvPr>
            <p:cNvSpPr/>
            <p:nvPr/>
          </p:nvSpPr>
          <p:spPr>
            <a:xfrm>
              <a:off x="7710236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00C8254-10C6-BB2E-C3EF-DBE474FC5537}"/>
                </a:ext>
              </a:extLst>
            </p:cNvPr>
            <p:cNvSpPr/>
            <p:nvPr/>
          </p:nvSpPr>
          <p:spPr>
            <a:xfrm>
              <a:off x="8291762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15E4919-8383-CCF4-78B6-55D762D7574F}"/>
                </a:ext>
              </a:extLst>
            </p:cNvPr>
            <p:cNvSpPr/>
            <p:nvPr/>
          </p:nvSpPr>
          <p:spPr>
            <a:xfrm>
              <a:off x="8873288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7075FC1-ABCB-5A98-2E67-1A114813A606}"/>
                </a:ext>
              </a:extLst>
            </p:cNvPr>
            <p:cNvSpPr/>
            <p:nvPr/>
          </p:nvSpPr>
          <p:spPr>
            <a:xfrm>
              <a:off x="9454814" y="1443786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4200513-D1CE-943B-E9AB-FF4725AE38D7}"/>
                </a:ext>
              </a:extLst>
            </p:cNvPr>
            <p:cNvSpPr/>
            <p:nvPr/>
          </p:nvSpPr>
          <p:spPr>
            <a:xfrm>
              <a:off x="10036341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26360F9-BB7D-4C79-B82D-727353A1759A}"/>
                </a:ext>
              </a:extLst>
            </p:cNvPr>
            <p:cNvSpPr/>
            <p:nvPr/>
          </p:nvSpPr>
          <p:spPr>
            <a:xfrm>
              <a:off x="10617867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4560BB1-1612-3048-BE2F-C45C4358F568}"/>
                </a:ext>
              </a:extLst>
            </p:cNvPr>
            <p:cNvSpPr/>
            <p:nvPr/>
          </p:nvSpPr>
          <p:spPr>
            <a:xfrm>
              <a:off x="11199393" y="1443786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B62EFB4-EF83-55B7-9A38-A70B8C25F90B}"/>
                </a:ext>
              </a:extLst>
            </p:cNvPr>
            <p:cNvSpPr/>
            <p:nvPr/>
          </p:nvSpPr>
          <p:spPr>
            <a:xfrm>
              <a:off x="11780921" y="1443787"/>
              <a:ext cx="340894" cy="350921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EB6B61F-D9DF-B00B-B297-4B70C98D8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754" y="2811547"/>
            <a:ext cx="10876547" cy="1235326"/>
          </a:xfrm>
        </p:spPr>
        <p:txBody>
          <a:bodyPr/>
          <a:lstStyle/>
          <a:p>
            <a:pPr algn="ctr"/>
            <a:r>
              <a:rPr lang="fr-CH" sz="4800">
                <a:solidFill>
                  <a:srgbClr val="FFFFFF"/>
                </a:solidFill>
              </a:rPr>
              <a:t>Merci d'avoir regardé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010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281</Words>
  <Application>Microsoft Office PowerPoint</Application>
  <PresentationFormat>Grand écran</PresentationFormat>
  <Paragraphs>28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Projet Front</vt:lpstr>
      <vt:lpstr>Sommaire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d'avoir regardé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Imad El Khattabi</dc:creator>
  <cp:lastModifiedBy>Imad El Khattabi</cp:lastModifiedBy>
  <cp:revision>2</cp:revision>
  <dcterms:created xsi:type="dcterms:W3CDTF">2026-01-05T13:02:39Z</dcterms:created>
  <dcterms:modified xsi:type="dcterms:W3CDTF">2026-01-05T15:34:20Z</dcterms:modified>
</cp:coreProperties>
</file>